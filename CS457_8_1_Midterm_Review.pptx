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5" r:id="rId2"/>
  </p:sldMasterIdLst>
  <p:notesMasterIdLst>
    <p:notesMasterId r:id="rId8"/>
  </p:notesMasterIdLst>
  <p:handoutMasterIdLst>
    <p:handoutMasterId r:id="rId9"/>
  </p:handoutMasterIdLst>
  <p:sldIdLst>
    <p:sldId id="262" r:id="rId3"/>
    <p:sldId id="281" r:id="rId4"/>
    <p:sldId id="310" r:id="rId5"/>
    <p:sldId id="299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4D2B"/>
    <a:srgbClr val="000000"/>
    <a:srgbClr val="C3D82F"/>
    <a:srgbClr val="ED6623"/>
    <a:srgbClr val="C4D83A"/>
    <a:srgbClr val="1F4E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2" dt="2026-10-08T22:59:04.546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44"/>
    <p:restoredTop sz="94673"/>
  </p:normalViewPr>
  <p:slideViewPr>
    <p:cSldViewPr snapToGrid="0">
      <p:cViewPr varScale="1">
        <p:scale>
          <a:sx n="128" d="100"/>
          <a:sy n="128" d="100"/>
        </p:scale>
        <p:origin x="1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C323F0-E944-48A7-8DF9-D068E1DD4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57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451ABD-E8D2-49DC-A41D-1DA9D0CC7FFA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F96891-9466-41EF-96F0-B1BB8064C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252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836613" y="1804988"/>
            <a:ext cx="10515600" cy="43910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1999" cy="1015663"/>
          </a:xfrm>
          <a:prstGeom prst="rect">
            <a:avLst/>
          </a:prstGeom>
          <a:solidFill>
            <a:schemeClr val="tx2"/>
          </a:solidFill>
        </p:spPr>
        <p:txBody>
          <a:bodyPr wrap="square" lIns="228600" tIns="228600" rIns="228600" bIns="228600">
            <a:sp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88388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0" y="2352906"/>
            <a:ext cx="6066263" cy="3902927"/>
          </a:xfrm>
          <a:prstGeom prst="rect">
            <a:avLst/>
          </a:prstGeom>
        </p:spPr>
        <p:txBody>
          <a:bodyPr lIns="685800" tIns="457200" rIns="685800" bIns="457200" numCol="1" spcCol="0"/>
          <a:lstStyle>
            <a:lvl1pPr marL="342900" indent="-342900"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j-lt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j-lt"/>
              </a:defRPr>
            </a:lvl2pPr>
            <a:lvl3pPr marL="1200150" indent="-28575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3pPr>
            <a:lvl4pPr marL="1657350" indent="-285750"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1999" cy="1015663"/>
          </a:xfrm>
          <a:prstGeom prst="rect">
            <a:avLst/>
          </a:prstGeom>
          <a:solidFill>
            <a:schemeClr val="tx2"/>
          </a:solidFill>
        </p:spPr>
        <p:txBody>
          <a:bodyPr wrap="square" lIns="228600" tIns="228600" rIns="228600" bIns="228600">
            <a:sp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4"/>
          </p:nvPr>
        </p:nvSpPr>
        <p:spPr>
          <a:xfrm>
            <a:off x="6077414" y="2352906"/>
            <a:ext cx="6103435" cy="3892112"/>
          </a:xfrm>
          <a:prstGeom prst="rect">
            <a:avLst/>
          </a:prstGeom>
        </p:spPr>
        <p:txBody>
          <a:bodyPr lIns="685800" tIns="457200" rIns="685800" bIns="457200" numCol="1" spcCol="0"/>
          <a:lstStyle>
            <a:lvl1pPr marL="342900" indent="-342900"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j-lt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j-lt"/>
              </a:defRPr>
            </a:lvl2pPr>
            <a:lvl3pPr marL="1200150" indent="-28575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3pPr>
            <a:lvl4pPr marL="1657350" indent="-285750"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818" y="1587101"/>
            <a:ext cx="6075596" cy="747713"/>
          </a:xfrm>
          <a:prstGeom prst="rect">
            <a:avLst/>
          </a:prstGeom>
        </p:spPr>
        <p:txBody>
          <a:bodyPr lIns="685800" tIns="228600" rIns="685800" bIns="228600">
            <a:no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6077414" y="1587101"/>
            <a:ext cx="6114585" cy="745608"/>
          </a:xfrm>
          <a:prstGeom prst="rect">
            <a:avLst/>
          </a:prstGeom>
        </p:spPr>
        <p:txBody>
          <a:bodyPr lIns="685800" tIns="228600" rIns="685800" bIns="228600">
            <a:no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820701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1999" cy="1015663"/>
          </a:xfrm>
          <a:prstGeom prst="rect">
            <a:avLst/>
          </a:prstGeom>
          <a:solidFill>
            <a:schemeClr val="tx2"/>
          </a:solidFill>
        </p:spPr>
        <p:txBody>
          <a:bodyPr wrap="square" lIns="228600" tIns="228600" rIns="228600" bIns="228600">
            <a:sp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2"/>
          </p:nvPr>
        </p:nvSpPr>
        <p:spPr>
          <a:xfrm>
            <a:off x="0" y="1587101"/>
            <a:ext cx="4041060" cy="4657582"/>
          </a:xfrm>
          <a:prstGeom prst="rect">
            <a:avLst/>
          </a:prstGeom>
        </p:spPr>
        <p:txBody>
          <a:bodyPr lIns="685800" tIns="457200" rIns="685800" bIns="457200" numCol="1" spcCol="0"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j-lt"/>
              </a:defRPr>
            </a:lvl1pPr>
            <a:lvl2pPr marL="742950" indent="-285750"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j-lt"/>
              </a:defRPr>
            </a:lvl2pPr>
            <a:lvl3pPr marL="1200150" indent="-285750"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j-lt"/>
              </a:defRPr>
            </a:lvl3pPr>
            <a:lvl4pPr marL="1657350" indent="-28575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4"/>
          </p:nvPr>
        </p:nvSpPr>
        <p:spPr>
          <a:xfrm>
            <a:off x="4063363" y="1587101"/>
            <a:ext cx="4077744" cy="4657582"/>
          </a:xfrm>
          <a:prstGeom prst="rect">
            <a:avLst/>
          </a:prstGeom>
        </p:spPr>
        <p:txBody>
          <a:bodyPr lIns="685800" tIns="457200" rIns="685800" bIns="457200" numCol="1" spcCol="0"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j-lt"/>
              </a:defRPr>
            </a:lvl1pPr>
            <a:lvl2pPr marL="742950" indent="-285750"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j-lt"/>
              </a:defRPr>
            </a:lvl2pPr>
            <a:lvl3pPr marL="1200150" indent="-285750"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j-lt"/>
              </a:defRPr>
            </a:lvl3pPr>
            <a:lvl4pPr marL="1657350" indent="-28575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5"/>
          </p:nvPr>
        </p:nvSpPr>
        <p:spPr>
          <a:xfrm>
            <a:off x="8141106" y="1587101"/>
            <a:ext cx="4041060" cy="4657582"/>
          </a:xfrm>
          <a:prstGeom prst="rect">
            <a:avLst/>
          </a:prstGeom>
        </p:spPr>
        <p:txBody>
          <a:bodyPr lIns="685800" tIns="457200" rIns="685800" bIns="457200" numCol="1" spcCol="0"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j-lt"/>
              </a:defRPr>
            </a:lvl1pPr>
            <a:lvl2pPr marL="742950" indent="-285750"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j-lt"/>
              </a:defRPr>
            </a:lvl2pPr>
            <a:lvl3pPr marL="1200150" indent="-285750"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j-lt"/>
              </a:defRPr>
            </a:lvl3pPr>
            <a:lvl4pPr marL="1657350" indent="-28575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303267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>
          <a:xfrm>
            <a:off x="0" y="1599181"/>
            <a:ext cx="6501653" cy="4647322"/>
          </a:xfrm>
          <a:prstGeom prst="rect">
            <a:avLst/>
          </a:prstGeom>
        </p:spPr>
        <p:txBody>
          <a:bodyPr lIns="685800" tIns="457200" rIns="685800" bIns="457200" numCol="1" spcCol="0"/>
          <a:lstStyle>
            <a:lvl1pPr marL="342900" indent="-342900"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j-lt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j-lt"/>
              </a:defRPr>
            </a:lvl2pPr>
            <a:lvl3pPr marL="1200150" indent="-28575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3pPr>
            <a:lvl4pPr marL="1657350" indent="-285750"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1999" cy="1015663"/>
          </a:xfrm>
          <a:prstGeom prst="rect">
            <a:avLst/>
          </a:prstGeom>
          <a:solidFill>
            <a:schemeClr val="tx2"/>
          </a:solidFill>
        </p:spPr>
        <p:txBody>
          <a:bodyPr wrap="square" lIns="228600" tIns="228600" rIns="228600" bIns="228600">
            <a:sp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5"/>
          </p:nvPr>
        </p:nvSpPr>
        <p:spPr>
          <a:xfrm>
            <a:off x="6501653" y="1596822"/>
            <a:ext cx="5690346" cy="4649681"/>
          </a:xfrm>
          <a:prstGeom prst="rect">
            <a:avLst/>
          </a:prstGeom>
        </p:spPr>
        <p:txBody>
          <a:bodyPr lIns="685800" tIns="457200" rIns="685800" bIns="457200" numCol="1" spcCol="0"/>
          <a:lstStyle>
            <a:lvl1pPr marL="342900" indent="-342900"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j-lt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+mj-lt"/>
              </a:defRPr>
            </a:lvl2pPr>
            <a:lvl3pPr marL="1200150" indent="-28575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3pPr>
            <a:lvl4pPr marL="1657350" indent="-285750"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850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2121542"/>
            <a:ext cx="6961239" cy="1152600"/>
          </a:xfrm>
          <a:prstGeom prst="rect">
            <a:avLst/>
          </a:prstGeom>
        </p:spPr>
        <p:txBody>
          <a:bodyPr lIns="685800" tIns="228600" rIns="228600" bIns="2286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2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5pPr>
              <a:defRPr/>
            </a:lvl5pPr>
          </a:lstStyle>
          <a:p>
            <a:pPr lvl="0"/>
            <a:r>
              <a:rPr lang="en-US"/>
              <a:t>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28074" y="3278973"/>
            <a:ext cx="6333165" cy="452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err="1"/>
              <a:t>Subheadline</a:t>
            </a:r>
            <a:r>
              <a:rPr lang="en-US"/>
              <a:t>, name or date goes here     </a:t>
            </a:r>
          </a:p>
        </p:txBody>
      </p:sp>
    </p:spTree>
    <p:extLst>
      <p:ext uri="{BB962C8B-B14F-4D97-AF65-F5344CB8AC3E}">
        <p14:creationId xmlns:p14="http://schemas.microsoft.com/office/powerpoint/2010/main" val="268741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svg"/><Relationship Id="rId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A black background with green text&#10;&#10;AI-generated content may be incorrect.">
            <a:extLst>
              <a:ext uri="{FF2B5EF4-FFF2-40B4-BE49-F238E27FC236}">
                <a16:creationId xmlns:a16="http://schemas.microsoft.com/office/drawing/2014/main" id="{25A36B72-C2AD-486B-3598-66D21D0F0D5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886" y="6036608"/>
            <a:ext cx="4085968" cy="91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429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91" r:id="rId2"/>
    <p:sldLayoutId id="2147483692" r:id="rId3"/>
    <p:sldLayoutId id="214748369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433300" h="6997700">
                <a:moveTo>
                  <a:pt x="0" y="6997700"/>
                </a:moveTo>
                <a:lnTo>
                  <a:pt x="12433300" y="6997700"/>
                </a:lnTo>
                <a:lnTo>
                  <a:pt x="12433300" y="0"/>
                </a:lnTo>
                <a:lnTo>
                  <a:pt x="0" y="0"/>
                </a:lnTo>
                <a:lnTo>
                  <a:pt x="0" y="6997700"/>
                </a:lnTo>
                <a:close/>
              </a:path>
            </a:pathLst>
          </a:custGeom>
          <a:solidFill>
            <a:srgbClr val="1E4D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 userDrawn="1"/>
        </p:nvSpPr>
        <p:spPr>
          <a:xfrm>
            <a:off x="6222491" y="12359"/>
            <a:ext cx="5969509" cy="6839335"/>
          </a:xfrm>
          <a:prstGeom prst="rect">
            <a:avLst/>
          </a:prstGeom>
          <a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-7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4418DBA-537A-D006-EDEF-850277B0FF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4333" y="5664541"/>
            <a:ext cx="48514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441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0" y="2121542"/>
            <a:ext cx="9897762" cy="1152600"/>
          </a:xfrm>
        </p:spPr>
        <p:txBody>
          <a:bodyPr/>
          <a:lstStyle/>
          <a:p>
            <a:r>
              <a:rPr lang="en-US" dirty="0"/>
              <a:t>CS456: Modern Cyber-Security</a:t>
            </a:r>
          </a:p>
        </p:txBody>
      </p:sp>
      <p:sp>
        <p:nvSpPr>
          <p:cNvPr id="3" name="object 64"/>
          <p:cNvSpPr/>
          <p:nvPr/>
        </p:nvSpPr>
        <p:spPr>
          <a:xfrm flipV="1">
            <a:off x="729820" y="3274142"/>
            <a:ext cx="939800" cy="45719"/>
          </a:xfrm>
          <a:custGeom>
            <a:avLst/>
            <a:gdLst/>
            <a:ahLst/>
            <a:cxnLst/>
            <a:rect l="l" t="t" r="r" b="b"/>
            <a:pathLst>
              <a:path w="939800">
                <a:moveTo>
                  <a:pt x="0" y="0"/>
                </a:moveTo>
                <a:lnTo>
                  <a:pt x="939800" y="0"/>
                </a:lnTo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FFC26-4390-84FC-A7C9-5B055276E4A3}"/>
              </a:ext>
            </a:extLst>
          </p:cNvPr>
          <p:cNvSpPr txBox="1"/>
          <p:nvPr/>
        </p:nvSpPr>
        <p:spPr>
          <a:xfrm>
            <a:off x="729820" y="3647661"/>
            <a:ext cx="7460023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Week 7 Lecture 2</a:t>
            </a:r>
            <a:endParaRPr lang="en-US" sz="32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sz="3200" dirty="0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Midterm Review</a:t>
            </a:r>
          </a:p>
        </p:txBody>
      </p:sp>
    </p:spTree>
    <p:extLst>
      <p:ext uri="{BB962C8B-B14F-4D97-AF65-F5344CB8AC3E}">
        <p14:creationId xmlns:p14="http://schemas.microsoft.com/office/powerpoint/2010/main" val="281768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68ECED-3CE5-07A9-B8B6-B5E8A53155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0E76C-FD98-D66E-D495-AC3EFA4E23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1868418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rtoon of a child studying at a desk with a pile of books and a cat&#10;&#10;AI-generated content may be incorrect.">
            <a:extLst>
              <a:ext uri="{FF2B5EF4-FFF2-40B4-BE49-F238E27FC236}">
                <a16:creationId xmlns:a16="http://schemas.microsoft.com/office/drawing/2014/main" id="{A05EBC2D-71A9-6C98-1AB4-6548E9D89D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521" r="-1" b="-1"/>
          <a:stretch>
            <a:fillRect/>
          </a:stretch>
        </p:blipFill>
        <p:spPr>
          <a:xfrm>
            <a:off x="20" y="1599181"/>
            <a:ext cx="6501633" cy="4647322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5D938-A3CA-E964-79C6-5A48931158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12191999" cy="1015663"/>
          </a:xfrm>
        </p:spPr>
        <p:txBody>
          <a:bodyPr vert="horz" wrap="square" lIns="228600" tIns="228600" rIns="228600" bIns="228600" rtlCol="0">
            <a:normAutofit/>
          </a:bodyPr>
          <a:lstStyle/>
          <a:p>
            <a:r>
              <a:rPr lang="en-US"/>
              <a:t>Mid-Term review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C37FF52-9831-C30C-AA77-28FFFEF7F4D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501653" y="1596822"/>
            <a:ext cx="5690346" cy="4649681"/>
          </a:xfrm>
        </p:spPr>
        <p:txBody>
          <a:bodyPr vert="horz" lIns="685800" tIns="457200" rIns="685800" bIns="457200" numCol="1" spcCol="0" rtlCol="0" anchor="t">
            <a:normAutofit/>
          </a:bodyPr>
          <a:lstStyle/>
          <a:p>
            <a:r>
              <a:rPr lang="en-US">
                <a:cs typeface="Arial"/>
              </a:rPr>
              <a:t>October 14th, 2026</a:t>
            </a:r>
            <a:br>
              <a:rPr lang="en-US" dirty="0">
                <a:cs typeface="Arial"/>
              </a:rPr>
            </a:br>
            <a:endParaRPr lang="en-US">
              <a:cs typeface="Arial"/>
            </a:endParaRPr>
          </a:p>
          <a:p>
            <a:pPr lvl="1">
              <a:buFont typeface="Courier New" panose="05000000000000000000" pitchFamily="2" charset="2"/>
              <a:buChar char="o"/>
            </a:pPr>
            <a:r>
              <a:rPr lang="en-US" dirty="0">
                <a:cs typeface="Arial"/>
              </a:rPr>
              <a:t>50 minutes</a:t>
            </a:r>
            <a:endParaRPr lang="en-US">
              <a:cs typeface="Arial"/>
            </a:endParaRPr>
          </a:p>
          <a:p>
            <a:pPr lvl="1">
              <a:buFont typeface="Courier New" panose="05000000000000000000" pitchFamily="2" charset="2"/>
              <a:buChar char="o"/>
            </a:pPr>
            <a:r>
              <a:rPr lang="en-US">
                <a:cs typeface="Arial"/>
              </a:rPr>
              <a:t>Section 001 – IN PERSON (4PM)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 dirty="0">
                <a:cs typeface="Arial"/>
              </a:rPr>
              <a:t>Section 801 – 48 hours  to start</a:t>
            </a:r>
          </a:p>
          <a:p>
            <a:r>
              <a:rPr lang="en-US">
                <a:cs typeface="Arial"/>
              </a:rPr>
              <a:t>October 16th</a:t>
            </a:r>
            <a:endParaRPr lang="en-US" dirty="0">
              <a:cs typeface="Arial"/>
            </a:endParaRPr>
          </a:p>
          <a:p>
            <a:pPr lvl="1">
              <a:buFont typeface="Courier New,monospace" panose="05000000000000000000" pitchFamily="2" charset="2"/>
              <a:buChar char="o"/>
            </a:pPr>
            <a:r>
              <a:rPr lang="en-US">
                <a:cs typeface="Arial"/>
              </a:rPr>
              <a:t>50 minutes</a:t>
            </a:r>
          </a:p>
          <a:p>
            <a:pPr lvl="1">
              <a:buFont typeface="Courier New,monospace" panose="05000000000000000000" pitchFamily="2" charset="2"/>
              <a:buChar char="o"/>
            </a:pPr>
            <a:r>
              <a:rPr lang="en-US">
                <a:cs typeface="Arial"/>
              </a:rPr>
              <a:t>Section 001 – IN PERSON (4PM)</a:t>
            </a:r>
          </a:p>
          <a:p>
            <a:pPr lvl="1">
              <a:buFont typeface="Courier New,monospace" panose="05000000000000000000" pitchFamily="2" charset="2"/>
              <a:buChar char="o"/>
            </a:pPr>
            <a:r>
              <a:rPr lang="en-US">
                <a:cs typeface="Arial"/>
              </a:rPr>
              <a:t>Section 801 – 48 hours to start</a:t>
            </a:r>
          </a:p>
          <a:p>
            <a:pPr marL="457200" lvl="1" indent="0">
              <a:buNone/>
            </a:pPr>
            <a:endParaRPr lang="en-US" dirty="0">
              <a:cs typeface="Arial"/>
            </a:endParaRPr>
          </a:p>
          <a:p>
            <a:pPr marL="0" indent="0">
              <a:buNone/>
            </a:pP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5649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AA9068-6C37-108D-0FF7-296A3517F0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>
                <a:cs typeface="Arial"/>
              </a:rPr>
              <a:t>12 Total Questions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 sz="4400" dirty="0">
                <a:cs typeface="Arial"/>
              </a:rPr>
              <a:t>4 Short Answer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 sz="4400" dirty="0">
                <a:cs typeface="Arial"/>
              </a:rPr>
              <a:t>2 Matching 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 sz="4400" dirty="0">
                <a:cs typeface="Arial"/>
              </a:rPr>
              <a:t>7 Multiple choice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61120-963A-D5B7-3E1B-E19D867F08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wrap="square" lIns="228600" tIns="228600" rIns="228600" bIns="228600" rtlCol="0" anchor="t">
            <a:spAutoFit/>
          </a:bodyPr>
          <a:lstStyle/>
          <a:p>
            <a:r>
              <a:rPr lang="en-US" dirty="0">
                <a:cs typeface="Arial"/>
              </a:rPr>
              <a:t>Mid-Term Review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945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 lIns="685800" tIns="228600" rIns="228600" bIns="228600" anchor="t"/>
          <a:lstStyle/>
          <a:p>
            <a:r>
              <a:rPr lang="en-US" dirty="0">
                <a:latin typeface="Arial"/>
                <a:cs typeface="Arial"/>
              </a:rPr>
              <a:t>Recap And Key Question</a:t>
            </a:r>
            <a:endParaRPr lang="en-US" dirty="0"/>
          </a:p>
        </p:txBody>
      </p:sp>
      <p:sp>
        <p:nvSpPr>
          <p:cNvPr id="3" name="object 64"/>
          <p:cNvSpPr/>
          <p:nvPr/>
        </p:nvSpPr>
        <p:spPr>
          <a:xfrm flipV="1">
            <a:off x="729820" y="3274142"/>
            <a:ext cx="939800" cy="45719"/>
          </a:xfrm>
          <a:custGeom>
            <a:avLst/>
            <a:gdLst/>
            <a:ahLst/>
            <a:cxnLst/>
            <a:rect l="l" t="t" r="r" b="b"/>
            <a:pathLst>
              <a:path w="939800">
                <a:moveTo>
                  <a:pt x="0" y="0"/>
                </a:moveTo>
                <a:lnTo>
                  <a:pt x="939800" y="0"/>
                </a:lnTo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7940316"/>
      </p:ext>
    </p:extLst>
  </p:cSld>
  <p:clrMapOvr>
    <a:masterClrMapping/>
  </p:clrMapOvr>
</p:sld>
</file>

<file path=ppt/theme/theme1.xml><?xml version="1.0" encoding="utf-8"?>
<a:theme xmlns:a="http://schemas.openxmlformats.org/drawingml/2006/main" name="Green Bar">
  <a:themeElements>
    <a:clrScheme name="Custom 1">
      <a:dk1>
        <a:srgbClr val="59595B"/>
      </a:dk1>
      <a:lt1>
        <a:sysClr val="window" lastClr="FFFFFF"/>
      </a:lt1>
      <a:dk2>
        <a:srgbClr val="1E4D2B"/>
      </a:dk2>
      <a:lt2>
        <a:srgbClr val="C8C371"/>
      </a:lt2>
      <a:accent1>
        <a:srgbClr val="D9782C"/>
      </a:accent1>
      <a:accent2>
        <a:srgbClr val="C9D845"/>
      </a:accent2>
      <a:accent3>
        <a:srgbClr val="CC5430"/>
      </a:accent3>
      <a:accent4>
        <a:srgbClr val="105456"/>
      </a:accent4>
      <a:accent5>
        <a:srgbClr val="12A3B6"/>
      </a:accent5>
      <a:accent6>
        <a:srgbClr val="ECC530"/>
      </a:accent6>
      <a:hlink>
        <a:srgbClr val="3246A4"/>
      </a:hlink>
      <a:folHlink>
        <a:srgbClr val="6B156C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882F178F-5E25-4DD9-976E-94F7CC393E16}" vid="{850C8252-A92B-43BC-8436-26A93F294EAA}"/>
    </a:ext>
  </a:extLst>
</a:theme>
</file>

<file path=ppt/theme/theme2.xml><?xml version="1.0" encoding="utf-8"?>
<a:theme xmlns:a="http://schemas.openxmlformats.org/drawingml/2006/main" name="Green Ram">
  <a:themeElements>
    <a:clrScheme name="Custom 1">
      <a:dk1>
        <a:srgbClr val="59595B"/>
      </a:dk1>
      <a:lt1>
        <a:sysClr val="window" lastClr="FFFFFF"/>
      </a:lt1>
      <a:dk2>
        <a:srgbClr val="1E4D2B"/>
      </a:dk2>
      <a:lt2>
        <a:srgbClr val="C8C371"/>
      </a:lt2>
      <a:accent1>
        <a:srgbClr val="D9782C"/>
      </a:accent1>
      <a:accent2>
        <a:srgbClr val="C9D845"/>
      </a:accent2>
      <a:accent3>
        <a:srgbClr val="CC5430"/>
      </a:accent3>
      <a:accent4>
        <a:srgbClr val="105456"/>
      </a:accent4>
      <a:accent5>
        <a:srgbClr val="12A3B6"/>
      </a:accent5>
      <a:accent6>
        <a:srgbClr val="ECC530"/>
      </a:accent6>
      <a:hlink>
        <a:srgbClr val="3246A4"/>
      </a:hlink>
      <a:folHlink>
        <a:srgbClr val="6B156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882F178F-5E25-4DD9-976E-94F7CC393E16}" vid="{6BB3D119-C6CC-48F4-9FF2-8973D53B8BE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13</Words>
  <Application>Microsoft Office PowerPoint</Application>
  <PresentationFormat>Widescreen</PresentationFormat>
  <Paragraphs>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Green Bar</vt:lpstr>
      <vt:lpstr>Green Ram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College of Business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Holmstrom,Dave</dc:creator>
  <cp:lastModifiedBy>Kyle Haefner</cp:lastModifiedBy>
  <cp:revision>365</cp:revision>
  <dcterms:created xsi:type="dcterms:W3CDTF">2018-06-28T18:16:44Z</dcterms:created>
  <dcterms:modified xsi:type="dcterms:W3CDTF">2026-10-09T02:30:06Z</dcterms:modified>
</cp:coreProperties>
</file>